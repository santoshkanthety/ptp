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Segoe UI"/>
              </a:defRPr>
            </a:pPr>
            <a:r>
              <a:t>CONFIDENTIAL — TRADEMARK SUBMISSION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PTPOS™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EA5E9"/>
                </a:solidFill>
                <a:latin typeface="Segoe UI"/>
              </a:defRPr>
            </a:pPr>
            <a:r>
              <a:t>PTP Operating Strategy — Vertical Implementation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Segoe UI"/>
              </a:defRPr>
            </a:pPr>
            <a:r>
              <a:t>Powered by the PTPCatalyst™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© 2024-2026 Santosh Kanthety.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What is PTPOS™?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8FAFC"/>
                </a:solidFill>
                <a:latin typeface="Segoe UI"/>
              </a:defRPr>
            </a:pPr>
            <a:r>
              <a:t>PTPOS™ stands for PTP Operating Strategy. It is the execution layer of the PTPCatalyst™ framework, delivering industry-specific playbooks that translate the People • Technology • Process methodology into actionable implementation strategies for each business vertical.</a:t>
            </a:r>
            <a:br/>
            <a:br/>
            <a:r>
              <a:t>Each PTPOS playbook is a comprehensive, data-driven guide that helps organizations:</a:t>
            </a:r>
            <a:br/>
            <a:r>
              <a:t>• Identify clear execution strategies tailored to their industry</a:t>
            </a:r>
            <a:br/>
            <a:r>
              <a:t>• Define measurable metrics tied to business outcomes</a:t>
            </a:r>
            <a:br/>
            <a:r>
              <a:t>• Empower champions who drive sustainable adoption</a:t>
            </a:r>
            <a:br/>
            <a:r>
              <a:t>• Map and engage all critical stakeholders</a:t>
            </a:r>
            <a:br/>
            <a:r>
              <a:t>• Establish effective communication channels using existing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Playbook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3716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1.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Business case, expected outcomes, success criteria, timeline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37160" cy="54864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2. Stakeholder &amp; Champion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11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Power/interest grid, champion network, RACI matrix, communication plan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13716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6517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3. Current-State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6517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Ecosystem inventory, data landscape, process maturity, capability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91840"/>
            <a:ext cx="13716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4. Execution Roadmap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2918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Phased milestones, dependencies, resource plan, risk mitigation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371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5. Metrics &amp; Measurement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931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KPI definitions, dashboard design, data sources, reporting cadence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3716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6. Communication Strategy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57200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Channel selection, audience segmentation, content calendar, feedback loops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212080"/>
            <a:ext cx="1371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212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7. Governance &amp;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2120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Decision rights, escalation paths, compliance checkpoints, audit trail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852160"/>
            <a:ext cx="137160" cy="5486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8. Continuous Improvement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8521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Retrospectives, optimization cycles, knowledge transfer, lessons learned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Healthcare Vertical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Ecosystem Integration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Electronic Health Records (Epic, Cerner)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Clinical Decision Support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Revenue Cycle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Population Health Platforms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Telehealth Infrastructure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Laboratory Information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Industry-Specific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HIPAA compliance at every integration point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Clinical workflow sensitivity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Patient data privacy &amp; consent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Interoperability standards (HL7, FHIR)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Regulatory reporting requirements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Clinical champion engagement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Segoe UI"/>
              </a:defRPr>
            </a:pPr>
            <a:r>
              <a:t>Healthcare-Specific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Clinical workflow efficiency improvement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Provider adoption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Patient outcome correlation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Compliance audit pass rate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System integration uptime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Time-to-value for clinical initiatives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Financial Services Vertical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Ecosystem Integration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Core Banking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Trading Platforms &amp; Risk Engines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Regulatory Reporting Systems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Customer Relationship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Anti-Money Laundering / KYC Platforms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Wealth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Industry-Specific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SOX, PCI-DSS, GDPR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Real-time transaction processing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Multi-jurisdictional regulatory requirements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Data sovereignty &amp; residency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Algorithmic governance &amp; model risk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Business continuity &amp; disaster recovery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Manufacturing Vertical Playbook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EA5E9"/>
                </a:solidFill>
                <a:latin typeface="Segoe UI"/>
              </a:defRPr>
            </a:pPr>
            <a:r>
              <a:t>Ecosystem Integration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MES (Manufacturing Execution Systems)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SCADA/ICS/OT Networks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ERP (SAP, Oracle) Production Modules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Supply Chain Management Platforms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Quality Management Systems (QMS)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IoT Sensor Networks &amp; Edge Computing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Segoe UI"/>
              </a:defRPr>
            </a:pPr>
            <a:r>
              <a:t>Industry-Specific Considerations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IT/OT convergence security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Real-time production monitoring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Safety &amp; environmental compliance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Predictive maintenance integration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Multi-plant standardization challenges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Shop-floor champion engagement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PTPOS™ as a Trademark — Evidence of Distinctiveness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PTPOS is a coined/invented term with no dictionary meaning — highest level of trademark protection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The mark serves as a source identifier for vertical-specific consulting playbooks and methodology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PTPOS is used consistently across all commercial materials, client deliverables, and marketing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The mark is always presented with ™ designation to signal trademark claim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No third-party use of PTPOS has been found in any commercial or academic context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The mark clearly distinguishes the owner's services from generic consulting offerings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F8FAFC"/>
                </a:solidFill>
                <a:latin typeface="Segoe UI"/>
              </a:defRPr>
            </a:pPr>
            <a:r>
              <a:t>• PTPOS creates a clear commercial impression linking to the PTPCatalyst framework family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© 2024-2026 Santosh Kanthety. All Rights Reserved. PTPOS™ and PTPCatalyst™ are trademarks of Santosh Kanthety.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Segoe UI"/>
              </a:defRPr>
            </a:pPr>
            <a:r>
              <a:t>PTPOS™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EA5E9"/>
                </a:solidFill>
                <a:latin typeface="Segoe UI"/>
              </a:defRPr>
            </a:pPr>
            <a:r>
              <a:t>PTP Operating Strategy — Where Framework Meets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0B981"/>
                </a:solidFill>
                <a:latin typeface="Segoe UI"/>
              </a:defRPr>
            </a:pPr>
            <a:r>
              <a:t>Powered by PTPCatalyst™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© 2024-2026 Santosh Kanthety. All Rights Reserved.</a:t>
            </a:r>
            <a:br/>
            <a:r>
              <a:t>PTPOS™ and PTPCatalyst™ are trademarks of Santosh Kanthety.</a:t>
            </a:r>
            <a:br/>
            <a:r>
              <a:t>CONFIDENTIAL — For Trademark Submission Purposes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