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CONFIDENTIAL — TRADEMARK SUBMISSION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PTPCatalyst™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People • Technology • Process — The Catalyst for Business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A5E9"/>
                </a:solidFill>
                <a:latin typeface="Segoe UI"/>
              </a:defRPr>
            </a:pPr>
            <a:r>
              <a:t>A Proprietary Business Execution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t>Vertical Playbooks Labeled as PTPOS™ (PTP Operating Strategy)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© 2024-2026 Santosh Kanthety.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PTPCatalyst™?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Segoe UI"/>
              </a:defRPr>
            </a:pPr>
            <a:r>
              <a:t>PTPCatalyst™ is a proprietary business transformation framework built on the foundational principle of People • Technology • Process (PTP). It serves as the catalytic engine that accelerates organizational change by providing a structured, data-driven approach to identifying clear execution strategies, defining measurable metrics, empowering champions, engaging stakeholders, and establishing effective communication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3200400" cy="2926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PEOPLE</a:t>
            </a:r>
            <a:br/>
            <a:r>
              <a:t>(Align)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Outcome clarity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Persona mapping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Adoption contracts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Champion identification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200400"/>
            <a:ext cx="3200400" cy="2926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TECHNOLOGY</a:t>
            </a:r>
            <a:br/>
            <a:r>
              <a:t>(Make It Real)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389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Workflow mapping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Rapid prototyping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Trust by design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Ecosystem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200400"/>
            <a:ext cx="3200400" cy="2926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PROCESS</a:t>
            </a:r>
            <a:br/>
            <a:r>
              <a:t>(Scale)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389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Standardize playbooks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Governance &amp; guardrails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Metrics &amp; iteration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  • Communication channels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— PTP Operating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Segoe UI"/>
              </a:defRPr>
            </a:pPr>
            <a:r>
              <a:t>PTPOS™ (PTP Operating Strategy) represents the targeted, vertical-specific playbooks that operationalize the PTPCatalyst™ framework. Each PTPOS playbook is tailored to a specific industry vertical, providing actionable implementation strategies that leverage a company's existing ecosystem of systems, data, and organizational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A5E9"/>
                </a:solidFill>
                <a:latin typeface="Segoe UI"/>
              </a:defRPr>
            </a:pPr>
            <a:r>
              <a:t>PTPOS Playbook Core Components: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Execution Strategy — Clear roadmaps with milestones, dependencies, and accountability matrices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Metrics &amp; KPIs — Data-driven measurement frameworks tied to business outcomes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Champions Network — Identified change agents who drive adoption across business units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Stakeholder Mapping — Comprehensive power/interest grids for every key decision maker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Communication Channels — Multi-modal communication strategies using existing enterprise tools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Data Integration — Leveraging existing systems of record and data ecosystems within each company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Governance Model — Decision rights, escalation paths, and compliance checkpoints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PTPCatalyst™ Guiding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People First, Always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transformation starts with understanding the people impacted. Align outcomes to roles before introducing any technology.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Data-Driven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Use existing enterprise data and systems to inform strategy. Never operate on assumptions when data is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Ecosystem Leverage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Work within and amplify a company's existing technology ecosystem rather than replacing it. Meet organizations where they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Champion-Led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Identify and empower internal champions who become the catalysts for sustainable organizational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Measurable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initiative must have clear, quantifiable metrics. If it can't be measured, it can't be improved.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Transparent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Establish and maintain open communication channels that reach every stakeholder at the right frequency and depth.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Iterative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Process is never 'done.' Continuously learn, adapt, and improve through structured feedback loops.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Vertical Playbooks by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Each vertical receives a customized PTPOS playbook that adapts the PTPCatalyst™ framework to industry-specific challenges, regulatory requirements, and existing technology ecosystems.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EHR integration, HIPAA compliance, clinical workflow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Core banking systems, regulatory reporting, risk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IoT/OT convergence, supply chain, quality management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79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Retail &amp; CPG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Omnichannel, POS systems, inventory management, customer 360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DevOps, SDLC, platform engineering, cloud-native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Government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FedRAMP, citizen services, interagency collaboration, 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8912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Energy &amp; Utilities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00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SCADA/ICS, smart grid, regulatory compliance, asset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440679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5321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8521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LMS integration, student success, administrative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PTPCatalyst™ Execution Strategy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74320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1: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Segoe UI"/>
              </a:defRPr>
            </a:pPr>
            <a:r>
              <a:t>Assessment &amp;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Stakeholder interviews &amp; power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Current-state ecosystem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Data landscape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Champion identification &amp; recruitment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Outcome definition &amp; success 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164592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743200" cy="640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2: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Strategy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Execution roadmap with milestones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Metrics framework &amp; KPI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66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Communication channel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Technology integration blueprint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480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Governance &amp; decision rights model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26480" y="164592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27432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3: 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Implementation &amp; Adoption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Champion-led rollout waves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Data-driven progress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66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Stakeholder communication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Iterative feedback &amp; adjustment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Knowledge transfer &amp; documentation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98280" y="164592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1463040"/>
            <a:ext cx="27432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4: OPTIMIZE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Scale &amp; 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651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Metrics review &amp; benchmark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Process standardization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566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Cross-vertical learning transfer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Continuous improvement cycles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480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• ROI reporting &amp; value realization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PTPCatalyst™ Metrics &amp; Measurement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Adoption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User adoption rate by business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Champion activation &amp; engagement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Training completion &amp; competency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Time-to-proficiency for new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Technology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System integration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06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Data quality &amp; consistency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Platform utilization &amp;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Automation coverage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7432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Process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Process cycle time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Compliance adherence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Governance checkpoint pass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Communication reach &amp; engagement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7432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ROI &amp; value realization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06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Cost savings &amp; efficiency gains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Revenue impact attribution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Segoe UI"/>
              </a:defRPr>
            </a:pPr>
            <a:r>
              <a:t>📊 Customer/employee satisfaction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Every PTPOS™ vertical playbook includes a customized metrics dashboard that integrates with the client's existing data ecosystem, pulling from systems of record to provide real-time visibility into transformation progress and business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Champions &amp; Stakeholder Engagement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Segoe UI"/>
              </a:defRPr>
            </a:pPr>
            <a:r>
              <a:t>Champion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Executive Sponsors — C-suite alignment and resource commitment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Transformation Champions — Cross-functional change agents in each BU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Technical Champions — System experts who bridge IT and business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Adoption Ambassadors — Front-line advocates who model new behaviors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Data Stewards — Ensure data quality and integration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E9"/>
                </a:solidFill>
                <a:latin typeface="Segoe UI"/>
              </a:defRPr>
            </a:pPr>
            <a:r>
              <a:t>Stakeholder Engagement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Power/Interest Grid — Map every stakeholder by influence &amp; concern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Communication Cadence — Right message, right channel, right frequency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Feedback Loops — Structured input channels for continuous alignment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Decision Rights — Clear RACI for every transformation workstream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Escalation Paths — Defined routes for issue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The PTPCatalyst™ champion model is designed to create a self-sustaining network of change agents who understand both the business context and the technology landscape. This network becomes the permanent capability within the organization, ensuring transformation outlasts any individual engagement.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Communication Channel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PTPCatalyst™ leverages each organization's existing communication ecosystem to ensure maximum reach and adoption. No new tools required — we optimize what's already there.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286000" cy="9144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Executive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Segoe UI"/>
              </a:defRPr>
            </a:pPr>
            <a:r>
              <a:t>Monthly steering committee • Quarterly board updates • Executive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228600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Management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Segoe UI"/>
              </a:defRPr>
            </a:pPr>
            <a:r>
              <a:t>Bi-weekly progress reviews • Department-level metrics • Risk &amp; issue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22860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Operational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526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Segoe UI"/>
              </a:defRPr>
            </a:pPr>
            <a:r>
              <a:t>Weekly team standups • Daily adoption metrics • Champion office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22860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Organization-Wide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577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Segoe UI"/>
              </a:defRPr>
            </a:pPr>
            <a:r>
              <a:t>Town halls • Newsletter updates • Success stories • Recognition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&amp; Ecosystem Integration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A core differentiator of PTPCatalyst™ is its 'Ecosystem-First' approach. Rather than imposing new systems, the framework works within and amplifies a company's existing technology investments, data platforms, and operational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▸ Systems of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468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ERP, CRM, HCM, SCM — Integrate with existing enterprise platforms to leverage established data flows and business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▸ Data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2461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Data lakes, warehouses, BI tools — Tap into existing analytics infrastructure for metrics and KPI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▸ Collaboration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023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Email, Teams, Slack, Jira — Use established communication channels rather than introducing new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▸ Security &amp;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800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IAM, GRC, DLP — Work within existing security frameworks and compliance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▸ Custom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577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Internal tools, portals, workflows — Extend and enhance rather than replace proprietary solutions.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Trademark Clearance Research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Research conducted: March 2026 | Sources: USPTO, WIPO, Common-law search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PTPCatalyst™ — NO existing trademark registrations or pending applications found in USPTO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PTPOS™ — NO existing trademark registrations or pending applications found in USPTO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No confusingly similar marks found in Class 35 (Business consulting &amp; management)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No confusingly similar marks found in Class 41 (Education &amp; training services)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No confusingly similar marks found in Class 42 (Technology consulting services)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⚠️  'PTP' as standalone acronym — used in networking (Precision Time Protocol) by Cisco — DIFFERENT industry class, no conflict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⚠️  'Catalyst' alone — common descriptive word; our compound mark 'PTPCatalyst' is distinctive and registrable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No common-law use of 'PTPCatalyst' or 'PTPOS' found in commercial databases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✅  Domain and social media availability should be confirmed as additional evidence of distinctiveness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RECOMMENDATION: Both marks are highly registrable. File under Classes 35, 41, and 42 for comprehensive coverage. Consult a trademark attorney for formal opinion letter prior to filing.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Trademark Filing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Segoe UI"/>
              </a:defRPr>
            </a:pPr>
            <a:r>
              <a:t>Mark 1: PTPCatalyst™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Type: Word Mark (standard characters)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Classes: 35 (business consulting), 41 (training), 42 (tech consulting)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Filing Basis: 1(a) Use in Commerce or 1(b) Intent-to-Use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Goods/Services: Business management consulting services; providing a proprietary framework for business transformation using people-centered, technology-enabled, process-driven methodologies; organizational change management consulting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Specimen: Website (santoshkanthety.github.io/PTP), presentation materials, client engagement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A5E9"/>
                </a:solidFill>
                <a:latin typeface="Segoe UI"/>
              </a:defRPr>
            </a:pPr>
            <a:r>
              <a:t>Mark 2: PTPOS™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Type: Word Mark (standard characters)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Classes: 35 (business consulting), 41 (training), 42 (tech consulting)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Filing Basis: 1(a) Use in Commerce or 1(b) Intent-to-Use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Goods/Services: Industry-specific business implementation playbooks and operational strategy services; vertical-market consulting services using a proprietary PTP methodology framework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Specimen: Website, presentation materials, playbook templates, client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Segoe UI"/>
              </a:defRPr>
            </a:pPr>
            <a:r>
              <a:t>FILING TIMELINE RECOMMENDATION:</a:t>
            </a:r>
            <a:br/>
            <a:r>
              <a:t>• File Intent-to-Use (1b) applications immediately to secure priority date</a:t>
            </a:r>
            <a:br/>
            <a:r>
              <a:t>• Convert to Use in Commerce (1a) once commercial deployment is confirmed</a:t>
            </a:r>
            <a:br/>
            <a:r>
              <a:t>• Consider Madrid Protocol filing for international protection if expanding globally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PTPCatalyst™ &amp; PTPOS™ Are Unique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Compound Coined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PTPCatalyst and PTPOS are original compound marks that combine the PTP acronym with distinctive suffixes, creating inherently distinctive identifiers that don't describe the underlying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Framework, Not Just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Unlike generic consulting approaches, PTPCatalyst is a structured, repeatable framework with defined phases, metrics, and tooling — protectable intellectual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Ecosystem-First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No other framework in market specifically mandates working within existing enterprise ecosystems rather than replacing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Vertical Playbook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The PTPOS vertical playbook approach is a unique go-to-market and delivery model not replicated by any existing trademark holder.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Data-Driven Champions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The combination of champion-led adoption with data-driven metrics tracking is a proprietary methodology.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▸ People→Technology→Process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The specific sequencing (People first, Technology second, Process third) with a feedback loop is an original organizational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PTPCatalyst™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EA5E9"/>
                </a:solidFill>
                <a:latin typeface="Segoe UI"/>
              </a:defRPr>
            </a:pPr>
            <a:r>
              <a:t>People • Technology •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The Catalyst for Business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PTPOS™ — Vertical Playbooks That Drive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© 2024-2026 Santosh Kanthety. All Rights Reserved.</a:t>
            </a:r>
            <a:br/>
            <a:r>
              <a:t>PTPCatalyst™ and PTPOS™ are trademarks of Santosh Kanthety.</a:t>
            </a:r>
            <a:br/>
            <a:r>
              <a:t>CONFIDENTIAL — For Trademark Submission Purposes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